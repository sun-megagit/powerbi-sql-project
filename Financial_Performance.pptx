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5288" y="2571750"/>
            <a:ext cx="8863012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057192" y="5510499"/>
            <a:ext cx="2743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Sunil Vadlakonda</a:t>
            </a:r>
            <a:endParaRPr lang="en-GB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8588" y="1119188"/>
            <a:ext cx="9396412" cy="461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Custom</PresentationFormat>
  <Paragraphs>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Ammu VK</dc:creator>
  <dc:description>generated using python-pptx</dc:description>
  <cp:lastModifiedBy>Sunil VK</cp:lastModifiedBy>
  <cp:revision>2</cp:revision>
  <dcterms:created xsi:type="dcterms:W3CDTF">2013-01-27T09:14:16Z</dcterms:created>
  <dcterms:modified xsi:type="dcterms:W3CDTF">2026-05-17T19:46:48Z</dcterms:modified>
</cp:coreProperties>
</file>